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7074C-59D8-8AFE-F4ED-90B82E6372F3}" v="25" dt="2026-05-28T21:11:41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F6A32-CFE7-4F2D-B138-919985AA82C4}" type="datetimeFigureOut">
              <a:t>28/05/2026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2D1C8-23CB-499C-A7F4-6091BEE58C4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79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SYSTÈME D'EXPLOITATION  ·  IATIC3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Système de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Fichiers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Émulateur inspiré de l'architecture UNIX/Linux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371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ELYSÉE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JOUDI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ISHAGH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MSIMAR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Dhekra ABOUDA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309360"/>
            <a:ext cx="121615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ISTY · Université de Versailles · Année 2025/2026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du 29/05/2026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7724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25880" y="192024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772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274320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couches modulaires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77724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25880" y="356616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Superbloc, inodes, blocs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7772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891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25880" y="438912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4434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et Shell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709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et commandes utilisateur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77724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9202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995160" y="192024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d'exécution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7772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7432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995160" y="274320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persistance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78040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566160"/>
            <a:ext cx="77724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5661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95160" y="3566160"/>
            <a:ext cx="4526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et bilan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et difficultés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bref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669280" cy="4206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91440" cy="4206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émulateur de système de fichiers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 de l'architecture UNIX/Linux (inodes, blocs, arborescence)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interpréteur de commandes personnalisé (Mini-Bash), entièrement développé en langage C, modulaire et testable.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- Mai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89720" y="19202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918972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Groupe 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02336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492240" y="5166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shell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486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ls, cd, cat, cp...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402336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9189720" y="5166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5486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 niveau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CAHIER DES CHARGES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du stockage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un disque dur via un fichier binaire unique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92024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804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25146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complète : racine, répertoires, sous-répertoires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73152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fichiers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lecture, écriture, copie, déplacement, liens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97180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971800"/>
            <a:ext cx="7315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2004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3154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répertoires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35661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mkdir, rmdir, cd, ls avec isolation des dossiers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2336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71600" y="4206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46177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Mini-Bash interactif avec redirection (echo &gt; fichier)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0233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23360"/>
            <a:ext cx="73152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78040" y="4206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78040" y="46177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d'accès et date de modification par fichier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07492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5074920"/>
            <a:ext cx="7315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371600" y="5257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71600" y="56692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à la sortie, rechargement au démarrage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507492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507492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7960" y="53035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178040" y="5257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validation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78040" y="56692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automatique vérifiant la persistance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en 4 couches modulaires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645920" y="2011680"/>
            <a:ext cx="960120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Shell (interface)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REPL : lit les commandes utilisateur et les transforme en appels primitives.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24688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shell.c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73152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645920" y="3063240"/>
            <a:ext cx="960120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Primitives (API)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2880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bas niveau : myopen, myread, mywrite, mymkdir, mylink...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3337560"/>
            <a:ext cx="24688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primitives.c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73152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645920" y="4114800"/>
            <a:ext cx="960120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SGF (gestion interne)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des blocs, table des inodes, structure des répertoires.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4389120"/>
            <a:ext cx="24688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disk.c + save.c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5166360"/>
            <a:ext cx="731520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663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1645920" y="5166360"/>
            <a:ext cx="960120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5257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matérielle simulée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5623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binaire de taille fixe : superbloc + inodes + blocs de données.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5440680"/>
            <a:ext cx="24688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5440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disk.img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flux d'exécution descendant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STRUCTURES DE DONNÉES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disque virtuel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disk.img — un seul fichier binaire de taille fixe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011680" cy="1645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bitmaps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inode racine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3474720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INODES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788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inodes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= fiche d'un fichier ou dossier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194560"/>
            <a:ext cx="5029200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BLOCS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blocs × 1024 octets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contiennent les données réelles des fichiers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totale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267 Ko —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 de taille fixe, lue/écrite d'un seul coup via fwrite/fread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STRUCTURES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Superbloc : tableau de bord du disque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943600" cy="41148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943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38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nb_inodes_libres;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nb_blocs_libres;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inode_racine;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bitmap_inodes[64];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bitmap_blocs[256];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Superbloc;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globales du disque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en O(1) combien de ressources sont libres.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Bitmaps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0/1 indiquant si chaque inode/bloc est libre. Permet de retrouver immédiatement une ressource disponible.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inode_racine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d'inode du dossier "/" (toujours 0).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STRUCTURES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L'Inode : fiche d'identité d'un fichier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943600" cy="41148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943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38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type;        // 0=libre 1=fichier 2=dossier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taille;      // en octets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droits;      // ex : 644, 755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date_modif;  // timestamp UNIX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nb_liens;    // compteur de liens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blocs[30];   // index des blocs utilises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Inode;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CLÉ UNIX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inode = 1 fichier ou dossier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L'inode ne contient </a:t>
            </a: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données, mais sait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elles sont rangées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son tableau blocs[30].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un fichier de 2500 octets occupe 3 blocs. Si l'inode dit blocs = [7, 12, 30, -1, ...], les données sont dans les blocs 7, 12 et 30 (pas forcément contigus).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nb_liens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permet plusieurs noms pour un même fichier (commande ln).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STRUCTURES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et structure des répertoires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91440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BLOC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1024 octets bruts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élémentaire de stockage. Contient soit les données d'un fichier, soit la liste des entrées d'un répertoire.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920240"/>
            <a:ext cx="91440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RÉPERTOIRE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couples (nom, inode)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est un "fichier spécial" dont les blocs contiennent les entrées qu'il référence.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23360"/>
            <a:ext cx="112471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LA NAVIGATION : les entrées spéciales "." et ".."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pointe vers le dossier lui-même.    </a:t>
            </a: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pointe vers le dossier parent.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entrées sont ajoutées automatiquement par mymkdir. Sans "..", impossible de remonter l'arborescence avec cd .. — toute la navigation repose dessus.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PRIMITIVES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 niveau — fichiers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91440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mycreat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(nom, mode)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fichier, retourne son inode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91440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myopen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(nom, mode)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ou crée si absent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91440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myclose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(inode)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657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les opérations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91440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80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4480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(inode, buf, 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4480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n octets depuis le fichier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303520"/>
            <a:ext cx="91440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mywrite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06040" y="53035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(inode, buf, 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5303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n octets, alloue des blocs au besoin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renvoient -1 en cas d'erreur (convention UNIX). Découpage par blocs de 1024 octets.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PRIMITIVES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 niveau — répertoires et liens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9144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mymkdir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sous-dossier (ajoute . et ..)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9144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myrmdir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un dossier vide seulement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9144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mylink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(nom1, nom2)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657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nom pour un fichier (nb_liens++)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9144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80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myunlink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4480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4480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un nom, libère si nb_liens=0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120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188720" y="5303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de liens — exactement comme UNIX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n'est physiquement détruit que lorsque le dernier nom est supprimé. C'est pour ça que rm sous Linux s'appelle techniquement unlink.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SHELL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Mini-Bash : boucle REPL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0" y="3566160"/>
            <a:ext cx="91440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377440"/>
            <a:ext cx="1280160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la commande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6091" y="4297680"/>
            <a:ext cx="128016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091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6091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8789" y="4297680"/>
            <a:ext cx="1280160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68789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8789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infinie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920240"/>
            <a:ext cx="53035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938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printf("[mysh] $ 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fgets(ligne, ..., stdin);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args[] = strtok(ligne, " 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(strcmp(args[0],"exit")==0)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save_disk();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dispatcher(args);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SHELL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11 commandes implémentées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74904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cat &lt;fichier&gt;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cp &lt;src&gt; &lt;dst&gt;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mv &lt;src&gt; &lt;dst&gt;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rm &lt;nom&gt;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ln &lt;src&gt; &lt;dst&gt;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echo texte &gt; fichier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74904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560320"/>
            <a:ext cx="374904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7432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ls -l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cd &lt;nom&gt;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mkdir &lt;nom&gt;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rmdir &lt;nom&gt;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74904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21040" y="2560320"/>
            <a:ext cx="374904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7432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df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exit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Compilées sans aucun warning avec gcc -Wall 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PERSISTANCE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recharge du SGF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114800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Disque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(volatile — disparaît à la fermeture)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 + 64 inodes + 256 blocs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2011680"/>
            <a:ext cx="4114800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DUR HÔTE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disk.img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(persistant — survit aux redémarrages)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Ko en binaire pur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sauvegarder_disque() 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fwrite(disque, ...)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charger_disque()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fread(disque, ...)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754880"/>
            <a:ext cx="91440" cy="137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92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technique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toute la structure </a:t>
            </a: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Disque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de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fixe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peut l'écrire ou la relire en un seul appel à fwrite/fread. Pas de parsing, pas de format texte — c'est rapide et fiable.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via le Makefile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112471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84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84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02996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-g -c disk.c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-g -c save.c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-g -c primitives.c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-g -c shell.c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-g -o sgf disk.o save.o primitives.o shell.o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./sgf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Mini-Shell SGF (tapez 'exit' pour quitter) 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Aucun disque trouve : creation d'un nouveau disque.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Disque formate : 63 inodes et 256 blocs disponibles.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Aucun warning malgré -Wall — qualité du code validée par le compilateur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fichiers et navigation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77840" cy="429768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38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mkdir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Repertoire 'documents' cree (inode 1).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mkdir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Repertoire 'images' cree (inode 2).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echo bonjour &gt;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 'salut.txt' cree (inode 3).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documents/  images/ 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cat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bonjour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577840" cy="429768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92024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938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cd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echo cours &gt; systeme.txt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 'systeme.txt' cree (inode 4).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  ../  systeme.txt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cd 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documents/  images/  salut.txt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isolation OK + remontee via 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Copie, liens, métadonnées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77840" cy="429768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38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cp salut.txt copie.txt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 'copie.txt' cree (inode 5).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'salut.txt' copie vers 'copie.txt'.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ln salut.txt alias.txt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Lien 'alias.txt' cree vers 'salut.txt'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(inode 3, 2 liens).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Informations du disque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Inodes : 58 libres / 64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Blocs  : 252 libres / 256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libre : 258048 octets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577840" cy="429768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92024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938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 -l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755    0 octets  25/05 02:37 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755    0 octets  25/05 02:37 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- 644    7 octets  25/05 02:37 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- 644    7 octets  25/05 02:37  copie.txt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- 644    7 octets  25/05 02:37  alias.txt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type (d/-), droits, taille,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et nom — comme ls -l UNIX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persistance : avant / après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SESSION 1 — création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7784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359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3042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./sgf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Aucun disque trouve : creation...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mkdir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echo bonjour &gt;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documents/ 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 revoir 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28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SESSION 2 — vérification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557784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86000"/>
            <a:ext cx="55778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359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359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2359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3042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-- bash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6517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./sgf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Disque recharge depuis disk.img.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documents/ 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[mysh] $ cat salut.txt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bonjour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tout est conserve à l'identique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Persistance démontrée : redémarrage complet du programme, données intactes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(test.sh)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/ suppression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128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du superbloc + libération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/ écriture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2128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puis relecture conforme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9443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du fichier via le 2e nom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65176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78892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697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9443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cd .. et isolation entre dossiers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429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suppression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675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rmdir refuse les dossiers non vides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38328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520440"/>
            <a:ext cx="320040" cy="320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3429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3675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après redémarrage complet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251960"/>
            <a:ext cx="320040" cy="320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7280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44074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segfault même avec args manquants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catégories de tests · script bash automatique · 0 erreur · 0 warning à la compilation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semaines, 5 phases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996696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-914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-9144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1 - 20 avril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520440"/>
            <a:ext cx="640080" cy="64008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avril - 2 mai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352044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3 - 23 mai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520440"/>
            <a:ext cx="640080" cy="64008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23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24 - 28 mai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835640" y="3520440"/>
            <a:ext cx="640080" cy="64008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35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669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669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prévu intégralement respecté. Coordination via dépôt GitHub partagé avec branches et pull requests.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ÉQUIPE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JOUDI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· Architecture · Persistance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globale, Git/GitHub, superbloc, sauvegarder_disque et charger_disque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19456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4380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ELYSÉE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SGF · Tests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inodes, allocation des blocs, métadonnées, script test.sh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51960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8308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ISHAGH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Primitives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primitives fichiers et répertoires (creat, open, close, read, write, mkdir, rmdir, link, unlink)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251960"/>
            <a:ext cx="91440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54380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MSIMAR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Shell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dispatcher, toutes les commandes shell (ls, cd, cat, cp, mv, rm, ln, echo, df)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BILAN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et difficultés rencontrées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77840" cy="4206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91440" cy="4206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/ AMÉLIORATIONS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rapport aux rapports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inode_courant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(variable globale pour cd)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compter_entrees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(vérif dossier vide)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ls -l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(affichage des métadonnées)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Sécurité args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(init NULL anti-segfault)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fonctionnalité prévue n'a été retirée.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4206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920240"/>
            <a:ext cx="91440" cy="4206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SURMONTÉES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leurs solutions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Accolades manquantes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détectées avec cat -n | tail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Segfault sur args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NULL après parsing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Faux test de fuite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"perdu" était celui de la racine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Coordination Git 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résolue par branches + pull requests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IATIC3 - Mini SGF - Soutenance 29/05/2026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5659846" y="2535283"/>
            <a:ext cx="9144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486" y="2809603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93486" y="3449683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SGF - Soutenance</dc:title>
  <dc:subject>PptxGenJS Presentation</dc:subject>
  <dc:creator>Equipe IATIC3 - Groupe 8</dc:creator>
  <cp:lastModifiedBy>Equipe IATIC3 - Groupe 8</cp:lastModifiedBy>
  <cp:revision>6</cp:revision>
  <dcterms:created xsi:type="dcterms:W3CDTF">2026-05-28T21:06:26Z</dcterms:created>
  <dcterms:modified xsi:type="dcterms:W3CDTF">2026-05-28T21:12:23Z</dcterms:modified>
</cp:coreProperties>
</file>